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0" r:id="rId4"/>
    <p:sldId id="259" r:id="rId5"/>
    <p:sldId id="261" r:id="rId6"/>
    <p:sldId id="258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D7E9EA9-2484-D84D-929C-E4B2F03CBF6D}" v="94" dt="2025-07-17T20:40:34.003"/>
    <p1510:client id="{E9E93091-E162-9E7C-84C2-A505E6E5249B}" v="334" dt="2025-07-17T20:34:22.9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file:///\\Users\thompsondubose\Downloads\Pump_heating_up_over_6_hours(valves_open).pdf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file:///\\Users\thompsondubose\Downloads\Heat_exchange_integral_flow_rate(at%20peak%20pump%20temp).pdf" TargetMode="Externa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file:///\\Users\thompsondubose\Downloads\NewData.lvm" TargetMode="External"/><Relationship Id="rId2" Type="http://schemas.openxmlformats.org/officeDocument/2006/relationships/hyperlink" Target="file:///\\Users\thompsondubose\Downloads\Full_pump_heat_up_with_integral_flow_rates(Heat%20exchange).pdf" TargetMode="Externa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Thermal Loop Data Graphs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E179D-8CF1-679E-FD5D-AFDE7EF74F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6-hour pump heat up</a:t>
            </a:r>
            <a:br>
              <a:rPr lang="en-US"/>
            </a:br>
            <a:r>
              <a:rPr lang="en-US"/>
              <a:t>(valves open)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B8E1D7-2C53-ED84-C6DA-ECBF1F349C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hlinkClick r:id="rId2"/>
              </a:rPr>
              <a:t>PDF graph download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9418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of a temperature&#10;&#10;AI-generated content may be incorrect.">
            <a:extLst>
              <a:ext uri="{FF2B5EF4-FFF2-40B4-BE49-F238E27FC236}">
                <a16:creationId xmlns:a16="http://schemas.microsoft.com/office/drawing/2014/main" id="{DECCEA62-6FD4-7FAC-BE7B-36040B266B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062" y="0"/>
            <a:ext cx="104298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0189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DA0DD-103C-48ED-5A15-F476DE8C0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A7660-1999-3DF6-3043-AA36A51BC6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Integral heat exchange flow rates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B13F3E-BE55-1365-DE2F-0A11FE9E20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>
                <a:hlinkClick r:id="rId2"/>
              </a:rPr>
              <a:t>PDF graph download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0342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1A5F5-29E4-902F-F60A-835ABDE80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with blue and red lines&#10;&#10;AI-generated content may be incorrect.">
            <a:extLst>
              <a:ext uri="{FF2B5EF4-FFF2-40B4-BE49-F238E27FC236}">
                <a16:creationId xmlns:a16="http://schemas.microsoft.com/office/drawing/2014/main" id="{F97B299B-D0AD-D1AB-4AA1-EEC4CA2D81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609" y="0"/>
            <a:ext cx="10382782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674D836-D5E3-C8CD-39AA-A7D62102A287}"/>
              </a:ext>
            </a:extLst>
          </p:cNvPr>
          <p:cNvSpPr txBox="1"/>
          <p:nvPr/>
        </p:nvSpPr>
        <p:spPr>
          <a:xfrm>
            <a:off x="2995812" y="613386"/>
            <a:ext cx="309983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0.511 gal/min flow rate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6D53E67-06D4-27DC-47BB-1EE38DC63DAD}"/>
              </a:ext>
            </a:extLst>
          </p:cNvPr>
          <p:cNvCxnSpPr/>
          <p:nvPr/>
        </p:nvCxnSpPr>
        <p:spPr>
          <a:xfrm flipH="1" flipV="1">
            <a:off x="2659250" y="804708"/>
            <a:ext cx="388749" cy="154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0B5607D-85B4-01BB-AE66-EE4DC3D857F5}"/>
              </a:ext>
            </a:extLst>
          </p:cNvPr>
          <p:cNvSpPr txBox="1"/>
          <p:nvPr/>
        </p:nvSpPr>
        <p:spPr>
          <a:xfrm>
            <a:off x="4146982" y="4361798"/>
            <a:ext cx="24774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1.022 gal/min flow rate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DF0B73D-9625-BBAC-F1A2-97D3DA7FF587}"/>
              </a:ext>
            </a:extLst>
          </p:cNvPr>
          <p:cNvCxnSpPr/>
          <p:nvPr/>
        </p:nvCxnSpPr>
        <p:spPr>
          <a:xfrm flipH="1">
            <a:off x="4634212" y="4609735"/>
            <a:ext cx="351295" cy="4752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73F0EA3-1A03-320A-6436-14CC5E15E5BA}"/>
              </a:ext>
            </a:extLst>
          </p:cNvPr>
          <p:cNvSpPr txBox="1"/>
          <p:nvPr/>
        </p:nvSpPr>
        <p:spPr>
          <a:xfrm>
            <a:off x="5705160" y="4846340"/>
            <a:ext cx="264037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1.500 gal/min flow rate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3335F1B-871C-EF5A-F501-6E0CDB18B329}"/>
              </a:ext>
            </a:extLst>
          </p:cNvPr>
          <p:cNvCxnSpPr/>
          <p:nvPr/>
        </p:nvCxnSpPr>
        <p:spPr>
          <a:xfrm flipH="1">
            <a:off x="6691692" y="5113649"/>
            <a:ext cx="247973" cy="3525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3AF13B4-A433-8D34-B4AD-E8BC81E5D20B}"/>
              </a:ext>
            </a:extLst>
          </p:cNvPr>
          <p:cNvSpPr txBox="1"/>
          <p:nvPr/>
        </p:nvSpPr>
        <p:spPr>
          <a:xfrm>
            <a:off x="8345407" y="4853457"/>
            <a:ext cx="264037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2.001 gal/min flow rate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648E4D1-07CB-C06E-B3C3-6655C21CDD02}"/>
              </a:ext>
            </a:extLst>
          </p:cNvPr>
          <p:cNvCxnSpPr/>
          <p:nvPr/>
        </p:nvCxnSpPr>
        <p:spPr>
          <a:xfrm flipH="1">
            <a:off x="8608158" y="5120284"/>
            <a:ext cx="254430" cy="3590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93577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7A5C6-8587-AFEC-380B-8476659A9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B1535-2F2D-8E5A-058D-973CF79FBD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5881" y="1077160"/>
            <a:ext cx="9260237" cy="2348855"/>
          </a:xfrm>
        </p:spPr>
        <p:txBody>
          <a:bodyPr>
            <a:normAutofit fontScale="90000"/>
          </a:bodyPr>
          <a:lstStyle/>
          <a:p>
            <a:r>
              <a:rPr lang="en-US"/>
              <a:t>6-hour pump heat-up</a:t>
            </a:r>
            <a:br>
              <a:rPr lang="en-US"/>
            </a:br>
            <a:r>
              <a:rPr lang="en-US"/>
              <a:t>+</a:t>
            </a:r>
            <a:br>
              <a:rPr lang="en-US"/>
            </a:br>
            <a:r>
              <a:rPr lang="en-US"/>
              <a:t>integral heat exchange flow rates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FE0838-7C9C-64B8-0F13-EF2CD7961E6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>
                <a:hlinkClick r:id="rId2"/>
              </a:rPr>
              <a:t>PDF graph Download</a:t>
            </a:r>
            <a:endParaRPr lang="en-US"/>
          </a:p>
          <a:p>
            <a:r>
              <a:rPr lang="en-US">
                <a:hlinkClick r:id="rId3"/>
              </a:rPr>
              <a:t>Raw Data File Download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2706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57A68-7BD0-9235-D2AF-828F51642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of a temperature&#10;&#10;AI-generated content may be incorrect.">
            <a:extLst>
              <a:ext uri="{FF2B5EF4-FFF2-40B4-BE49-F238E27FC236}">
                <a16:creationId xmlns:a16="http://schemas.microsoft.com/office/drawing/2014/main" id="{821DCB4C-FF17-EA93-9E4B-ECBA12A833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621" y="0"/>
            <a:ext cx="104727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6517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7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Thermal Loop Data Graphs</vt:lpstr>
      <vt:lpstr>6-hour pump heat up (valves open)</vt:lpstr>
      <vt:lpstr>PowerPoint Presentation</vt:lpstr>
      <vt:lpstr>Integral heat exchange flow rates</vt:lpstr>
      <vt:lpstr>PowerPoint Presentation</vt:lpstr>
      <vt:lpstr>6-hour pump heat-up + integral heat exchange flow rates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2</cp:revision>
  <dcterms:created xsi:type="dcterms:W3CDTF">2025-07-17T20:15:23Z</dcterms:created>
  <dcterms:modified xsi:type="dcterms:W3CDTF">2025-07-17T20:47:56Z</dcterms:modified>
</cp:coreProperties>
</file>